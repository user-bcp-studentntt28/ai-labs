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73152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Conciliación de operaciones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Segoe UI"/>
              </a:rPr>
              <a:t>Peru Wallet MVP · Construido con SDD 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3E3"/>
                </a:solidFill>
                <a:latin typeface="Segoe UI"/>
              </a:rPr>
              <a:t>GRUPO 3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C9D3E3"/>
                </a:solidFill>
                <a:latin typeface="Segoe UI"/>
              </a:rPr>
              <a:t>Reto de conciliación · Historias #30 a #34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El problema: ¿cuadran las operaciones?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Cada pago pasa por tres lugares. Si no coinciden, hay dinero sin explicar.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2468880" cy="1188720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Wallet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lo que pagó el usuario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2240280"/>
            <a:ext cx="40233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783080"/>
            <a:ext cx="2468880" cy="1188720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Proveedor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lo que reporta el proveedor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79592" y="2240280"/>
            <a:ext cx="40233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2468880" cy="1188720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Ledger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lo que registra contabilidad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05672" y="2240280"/>
            <a:ext cx="40233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1783080"/>
            <a:ext cx="2468880" cy="1188720"/>
          </a:xfrm>
          <a:prstGeom prst="round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Conciliación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compara los tres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32918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55279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Qué puede pasar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Ejemplo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Importe distinto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El usuario pagó S/ 15,00 y el proveedor reporta S/ 16,00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Pago que falta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Está en el wallet pero el proveedor no lo reporta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Pago duplicado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El proveedor lo reporta dos veces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Pago desconocido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El proveedor reporta un pago que el wallet no tiene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Saldo que no cuadra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El saldo de la wallet no coincide con el registro contable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Segoe UI"/>
              </a:rPr>
              <a:t>Hoy el analista cruza las fuentes a mano y no hay un flujo claro para atender cada diferencia.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Objetivo: el proceso de conciliación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219456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Habilitar el proceso de conciliación del MVP: detectar a tiempo los descalces entre wallet, proveedor y ledger y darles seguimiento, para mantener la integridad financiera.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73152" cy="2194560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44752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Lo que se hizo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01952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El proceso completo en una aplicación web, con una demo HTML como idea base.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5 historias de usuario, cada una con su spec.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122 pruebas automáticas (98 % de cobertura).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3840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El analista puede…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Consultar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Ver los datos de pagos, proveedor, contabilidad e incidencias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Conciliar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Ejecutar la comparación y ver si hay diferencias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Revisar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Buscar una operación y ver qué fuente falla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Dar seguimiento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Atender cada incidencia con aprobación del supervisor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Probar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Provocar diferencias para comprobar que se detectan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¿Cómo? Spec-Driven Development (SDD)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Primero se escribe y acuerda qué se va a construir; después se programa y se prueba.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691640" cy="118872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Historia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necesidad del analista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76272" y="2240280"/>
            <a:ext cx="164592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68296" y="1783080"/>
            <a:ext cx="1691640" cy="118872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Spec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qué debe cumplir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87368" y="2240280"/>
            <a:ext cx="164592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79392" y="1783080"/>
            <a:ext cx="1691640" cy="118872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Diseño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cómo se resuelve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98464" y="2240280"/>
            <a:ext cx="164592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0488" y="1783080"/>
            <a:ext cx="1691640" cy="118872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Tareas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lista de pasos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59" y="2240280"/>
            <a:ext cx="164592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01583" y="1783080"/>
            <a:ext cx="1691640" cy="1188720"/>
          </a:xfrm>
          <a:prstGeom prst="round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Código + pruebas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se construye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20655" y="2240280"/>
            <a:ext cx="164592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12680" y="1783080"/>
            <a:ext cx="1691640" cy="1188720"/>
          </a:xfrm>
          <a:prstGeom prst="round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Validación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se comprueba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36576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91840"/>
            <a:ext cx="73152" cy="292608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64992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Qué ganamos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22191"/>
            <a:ext cx="338328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Alcance claro antes de programar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Cada cambio se rastrea hasta su historia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Menos retrabajo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3291840"/>
            <a:ext cx="36576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291840"/>
            <a:ext cx="73152" cy="29260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364992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Calidad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822191"/>
            <a:ext cx="338328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Pruebas antes de cambios grandes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Cobertura mínima del 85 %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Sin datos reales ni secretos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3291840"/>
            <a:ext cx="36576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3291840"/>
            <a:ext cx="73152" cy="2926080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364992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Control humano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822191"/>
            <a:ext cx="338328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Las 5 specs se validaron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La IA no sustituye la revisión humana del PR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Historias de usuario y tareas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Cinco historias, 110 tareas, 106 completadas.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1124712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822960"/>
                <a:gridCol w="5212080"/>
                <a:gridCol w="1737360"/>
              </a:tblGrid>
              <a:tr h="5303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Historia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Issue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Qué entrega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Tareas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HU-CONC-01 Consultar fuentes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#33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Carga y actualización de los datos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22 / 23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HU-CONC-02 Ejecutar conciliación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#31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Comparar y ver el resultado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21 / 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HU-CONC-03 Revisar operaciones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#32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Búsqueda, filtros y detalle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20 / 21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HU-CONC-04 Seguimiento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#34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Atención del analista y cierre del supervisor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24 /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HU-CONC-05 Escenarios de prueba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#30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Provocar diferencias de forma controlada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19 / 20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106 / 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B6678"/>
                </a:solidFill>
                <a:latin typeface="Segoe UI"/>
              </a:rPr>
              <a:t>Las 4 tareas pendientes son comparar con la demo original; se documentó que no se hicieron y se validó contra el servicio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Flujo MVP de punta a punta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Lo que vive el analista, de la carga de datos al cierre de la incidencia.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2011680" cy="1371600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 · Cargar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trae los datos de la wallet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96312" y="2331720"/>
            <a:ext cx="26517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783080"/>
            <a:ext cx="2011680" cy="1371600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 · Conciliar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compara y cuenta diferencias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2331720"/>
            <a:ext cx="26517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783080"/>
            <a:ext cx="2011680" cy="1371600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 · Revisar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abre una operación con diferencia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59752" y="2331720"/>
            <a:ext cx="26517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783080"/>
            <a:ext cx="2011680" cy="1371600"/>
          </a:xfrm>
          <a:prstGeom prst="round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 · Seguimiento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analista → supervisor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91472" y="2331720"/>
            <a:ext cx="265176" cy="274320"/>
          </a:xfrm>
          <a:prstGeom prst="rightArrow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783080"/>
            <a:ext cx="2011680" cy="1371600"/>
          </a:xfrm>
          <a:prstGeom prst="round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5 · Re-conciliar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  <a:latin typeface="Segoe UI"/>
              </a:rPr>
              <a:t>prueba un nuevo escenario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4747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24128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Paso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Qué ve el analista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Los datos de pagos, proveedor, contabilidad e incidencias, con la hora de carga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Resultado «sin diferencias» o «con diferencias» y cuántas son (en la demo: 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Para cada operación: qué dicen el wallet, el proveedor y la contabilidad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Inicia la atención, la envía a revisión; el supervisor aprueba o devuelve con nota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Cambia lo que reporta el proveedor y concilia de nuevo para ver el efecto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Segoe UI"/>
              </a:rPr>
              <a:t>La aplicación detecta y ordena el trabajo; no mueve fondos ni corrige saldos.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Agentes de IA utilizados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55279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Agente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Qué aporta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PM-PO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Convierte necesidades en historias y criterios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Architect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Analiza el impacto y define límites del cambio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Discovery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Investiga el sistema existente y reporta hallazgos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OpenSpec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Prepara, valida y archiva las specs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Developer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1F3A"/>
                          </a:solidFill>
                          <a:latin typeface="Segoe UI"/>
                        </a:rPr>
                        <a:t>Implementa cada historia con pruebas y trazabilidad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720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675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Herramienta</a:t>
                      </a:r>
                    </a:p>
                  </a:txBody>
                  <a:tcPr anchor="ctr">
                    <a:solidFill>
                      <a:srgbClr val="2D6C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Uso</a:t>
                      </a:r>
                    </a:p>
                  </a:txBody>
                  <a:tcPr anchor="ctr">
                    <a:solidFill>
                      <a:srgbClr val="2D6C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Copilot en VS Code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Diseño, código y pruebas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OpenSpec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Specs y tareas de cada historia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GitHub Issues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Segoe UI"/>
                        </a:rPr>
                        <a:t>Fuente del alcance (#30 a #34)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Resultados y alcance del MVP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51760" cy="73152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1E9E6A"/>
                </a:solidFill>
                <a:latin typeface="Segoe UI"/>
              </a:rPr>
              <a:t>122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B6678"/>
                </a:solidFill>
                <a:latin typeface="Segoe UI"/>
              </a:rPr>
              <a:t>pruebas automáticas pasan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554480"/>
            <a:ext cx="2651760" cy="73152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1E9E6A"/>
                </a:solidFill>
                <a:latin typeface="Segoe UI"/>
              </a:rPr>
              <a:t>98 %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B6678"/>
                </a:solidFill>
                <a:latin typeface="Segoe UI"/>
              </a:rPr>
              <a:t>cobertura del código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554480"/>
            <a:ext cx="2651760" cy="7315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2D6CDF"/>
                </a:solidFill>
                <a:latin typeface="Segoe UI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B6678"/>
                </a:solidFill>
                <a:latin typeface="Segoe UI"/>
              </a:rPr>
              <a:t>historias entregadas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554480"/>
            <a:ext cx="265176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554480"/>
            <a:ext cx="2651760" cy="73152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7A1A"/>
                </a:solidFill>
                <a:latin typeface="Segoe UI"/>
              </a:rPr>
              <a:t>106 / 110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834640"/>
            <a:ext cx="2651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B6678"/>
                </a:solidFill>
                <a:latin typeface="Segoe UI"/>
              </a:rPr>
              <a:t>tareas completadas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14800"/>
            <a:ext cx="548640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14800"/>
            <a:ext cx="73152" cy="2194560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187952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Dentro del MVP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45152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Consultar, conciliar y revisar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Seguimiento local con roles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Escenarios de prueba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114800"/>
            <a:ext cx="5486400" cy="2194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114800"/>
            <a:ext cx="73152" cy="219456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187952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Simulado en la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645152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678"/>
                </a:solidFill>
                <a:latin typeface="Segoe UI"/>
              </a:rPr>
              <a:t>El proveedor de pagos y sus datos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Todos los datos son ficticios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5B6678"/>
                </a:solidFill>
                <a:latin typeface="Segoe UI"/>
              </a:rPr>
              <a:t>El seguimiento solo vive en el navegador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Siguientes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4846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484632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Para llevarlo más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5212080" cy="4251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B6678"/>
                </a:solidFill>
                <a:latin typeface="Segoe UI"/>
              </a:rPr>
              <a:t>Crear wallets y pagos desde la aplicación.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B6678"/>
                </a:solidFill>
                <a:latin typeface="Segoe UI"/>
              </a:rPr>
              <a:t>Guardar el seguimiento de incidencias en un sistema real.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B6678"/>
                </a:solidFill>
                <a:latin typeface="Segoe UI"/>
              </a:rPr>
              <a:t>Ensayar el flujo completo en el navegador con el equipo.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4846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73152" cy="484632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44752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  <a:latin typeface="Segoe UI"/>
              </a:rPr>
              <a:t>Lo que mostramos hoy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01952"/>
            <a:ext cx="5212080" cy="4251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B6678"/>
                </a:solidFill>
                <a:latin typeface="Segoe UI"/>
              </a:rPr>
              <a:t>El problema y su impacto en operaciones.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B6678"/>
                </a:solidFill>
                <a:latin typeface="Segoe UI"/>
              </a:rPr>
              <a:t>Un flujo MVP completo, de la carga al cierre.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B6678"/>
                </a:solidFill>
                <a:latin typeface="Segoe UI"/>
              </a:rPr>
              <a:t>Un método con specs, pruebas y revisión humana.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